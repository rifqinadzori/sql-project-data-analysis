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F5FB-6F00-422A-B7FC-6061322F7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814D5-AB88-43B4-B8D4-4FFD888FE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8B920-B226-4664-8DB1-2C023F95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244F2-4795-42AB-BF45-3856513A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74C0-9D0B-45A3-99BA-D55C71FC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685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AFC3-F069-484D-96A3-52A03A75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3D83-1CD6-4512-893C-9639E1703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64F8D-45F1-4713-8704-2BD83373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B1AB-84A6-4B2E-BE4C-39E9C1A2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A7ADF-02B6-47BB-A5A5-24887D27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281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65A-F156-4996-AB6F-B433EF9D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0C0C-35FA-4C34-AC9F-26A446AA3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95854-41B8-492A-AA70-E2BB3342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19AF-AE2D-43AD-9C2A-099D2066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4CC5D-B145-4853-AA66-497465F3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7766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C962-7483-4E15-AE70-B24A0327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A9D56-3A61-403E-9AC7-E9DBC1AD3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025F-D4F8-4D8E-9663-80362F1B6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30FEB-E045-42F3-8A89-5C3AD2F2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782DB-DA81-436B-90A2-FA9A4EAF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BBADB-8E03-4B12-A2B2-97A11481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31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7D3D-6C46-4BB4-865C-9560EE27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44966-BDD1-439F-B072-121E7E6E6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A700D-CA52-4579-8F43-915A5AC06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E7D6C-29C8-445E-B232-7D67CA63F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FD89C-38A6-43B6-9B7F-71EFFCB20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BB4CD-E75D-42FB-9482-33C221E7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C8023-0228-44D6-97BD-894F4115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3AC28-B169-443D-AA02-C0C088F2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886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FCD8-1DE6-46C9-8E8B-CCED5974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F77C1-A70A-43AE-84CC-708E3F60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C6906-1777-496F-B2E8-FCAB473E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E7A99-8896-48A4-B007-40F257CD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673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2D8A4-CCC7-4046-9DAD-F2B4F64A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3C86A-0D37-48C4-8BA4-B08090A2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EE2F-E9C7-4042-A32B-F515EC1E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435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E9A8-8240-4FEE-AF14-05B1FC14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B694B-6246-45D6-89E0-861CF88B1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4044-F1B1-4BA8-A7A6-89D891EF8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686A7-A3AB-447D-AFB5-F32FCF0F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CFE99-1224-4ED4-9860-C91BE31B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8CFB9-96E7-4F87-A432-D1BE80FF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009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1D11-06EA-4B49-A272-59C8E458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B0D17-6E0E-4D5C-BAE1-24FA77FEA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FDBCC-5FEE-4C3A-B641-F5D49139E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2B285-0DA2-443D-967E-E6F50B05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83B7D-D837-41F3-8A68-9B0C8EEF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80EF9-54C7-4DE4-A555-289480AF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409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FA5F-742B-41A1-9A1E-B3CF407C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B744F-1667-4D8E-999A-91FD4114C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AB85E-1BFE-4BE8-BB2A-5F9F6BFC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F5BA-3962-40AA-8600-9C306CD3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4A78A-2F89-4330-8CBF-9F30E57D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96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31219-2ECA-48B7-AEAF-BDA47D6DB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C42FD-0453-4DC2-8C35-7781B873C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15511-AB92-4300-B7AB-DA4B5A12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C65F0-F812-4AF3-80DD-079FE7BC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6475-65E2-4B2A-832E-09256300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63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31685-7E66-4A52-8434-5F965B77F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5D062-6330-433C-A4EA-0274B5A1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B8BAD-275B-46DA-B5A5-F7C08FAB0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1D442-AFB0-470D-93E1-024192B7D384}" type="datetimeFigureOut">
              <a:rPr lang="en-ID" smtClean="0"/>
              <a:t>28/03/2026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0287-A618-45EA-9B6C-CA65B5AA6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ED73D-1E3D-40AC-820A-5808DEDC8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92F1C-708B-40C0-9879-21ADF3CD3CA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491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A286-A77A-4EE4-9F7B-52AC34B28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B68BB-458C-45E9-9117-025A09618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47902-2E9C-4FE5-A2B4-FF9EF7B28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66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6ACC54-6C22-4A6B-80F5-6C0DA587D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178"/>
            <a:ext cx="12192000" cy="542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EC13B87-C56A-451F-BDA4-BC23E2C3B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190"/>
            <a:ext cx="12192000" cy="542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8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1B754-BE31-4B9B-9BE0-635512076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721"/>
            <a:ext cx="12192000" cy="543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8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8FC5F2-7E1C-493C-B1EB-BC9C60120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13" y="943181"/>
            <a:ext cx="11666574" cy="220752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A9F8B9-9AD5-415F-8CF2-363B8B75F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12" y="3405808"/>
            <a:ext cx="11666575" cy="1245706"/>
          </a:xfrm>
        </p:spPr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hasil</a:t>
            </a:r>
            <a:r>
              <a:rPr lang="en-US" dirty="0"/>
              <a:t> query, </a:t>
            </a:r>
            <a:r>
              <a:rPr lang="en-US" dirty="0" err="1"/>
              <a:t>terdapat</a:t>
            </a:r>
            <a:r>
              <a:rPr lang="en-US" dirty="0"/>
              <a:t> 3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‘</a:t>
            </a:r>
            <a:r>
              <a:rPr lang="en-US" b="1" dirty="0"/>
              <a:t>Sepatu</a:t>
            </a:r>
            <a:r>
              <a:rPr lang="en-US" dirty="0"/>
              <a:t>’, yang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dan </a:t>
            </a:r>
            <a:r>
              <a:rPr lang="en-US" dirty="0" err="1"/>
              <a:t>stok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. Ada </a:t>
            </a:r>
            <a:r>
              <a:rPr lang="en-US" b="1" dirty="0"/>
              <a:t>Sneakers </a:t>
            </a:r>
            <a:r>
              <a:rPr lang="en-US" b="1" dirty="0" err="1"/>
              <a:t>Putih</a:t>
            </a:r>
            <a:r>
              <a:rPr lang="en-US" dirty="0"/>
              <a:t>, </a:t>
            </a:r>
            <a:r>
              <a:rPr lang="en-US" b="1" dirty="0"/>
              <a:t>Sandal Slides </a:t>
            </a:r>
            <a:r>
              <a:rPr lang="en-US" dirty="0"/>
              <a:t>dan </a:t>
            </a:r>
            <a:r>
              <a:rPr lang="en-US" b="1" dirty="0"/>
              <a:t>Sepatu Formal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6C442F-5404-4994-B980-CC42416FC0F3}"/>
              </a:ext>
            </a:extLst>
          </p:cNvPr>
          <p:cNvSpPr txBox="1">
            <a:spLocks/>
          </p:cNvSpPr>
          <p:nvPr/>
        </p:nvSpPr>
        <p:spPr>
          <a:xfrm>
            <a:off x="262712" y="239159"/>
            <a:ext cx="11666575" cy="57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/>
              <a:t>Produk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Kategori</a:t>
            </a:r>
            <a:r>
              <a:rPr lang="en-US" b="1" dirty="0"/>
              <a:t> Sepatu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4257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70F05-967F-40FB-B9AF-F0AF81F27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644"/>
            <a:ext cx="12192000" cy="541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9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8F3DAA-F5CF-4E03-8A2B-340C8907E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721"/>
            <a:ext cx="12192000" cy="543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9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C44F0-0598-4CCE-9168-535F323F1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1" y="953323"/>
            <a:ext cx="11725069" cy="334121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A418FD-811E-4E95-A29A-474CE453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65" y="4432231"/>
            <a:ext cx="11666575" cy="1472446"/>
          </a:xfrm>
        </p:spPr>
        <p:txBody>
          <a:bodyPr/>
          <a:lstStyle/>
          <a:p>
            <a:r>
              <a:rPr lang="en-US" dirty="0"/>
              <a:t>Dari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total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/>
              <a:t>Sepatu</a:t>
            </a:r>
            <a:r>
              <a:rPr lang="en-US" dirty="0"/>
              <a:t>’,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total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 err="1"/>
              <a:t>Aksesoris</a:t>
            </a:r>
            <a:r>
              <a:rPr lang="en-US" dirty="0"/>
              <a:t>’.  </a:t>
            </a:r>
          </a:p>
          <a:p>
            <a:endParaRPr lang="en-ID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B2D91B-504F-46BD-9240-3DA328F1F645}"/>
              </a:ext>
            </a:extLst>
          </p:cNvPr>
          <p:cNvSpPr txBox="1">
            <a:spLocks/>
          </p:cNvSpPr>
          <p:nvPr/>
        </p:nvSpPr>
        <p:spPr>
          <a:xfrm>
            <a:off x="262712" y="239159"/>
            <a:ext cx="11666575" cy="57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/>
              <a:t>Penjualan</a:t>
            </a:r>
            <a:r>
              <a:rPr lang="en-US" b="1" dirty="0"/>
              <a:t> per </a:t>
            </a:r>
            <a:r>
              <a:rPr lang="en-US" b="1" dirty="0" err="1"/>
              <a:t>Kategori</a:t>
            </a:r>
            <a:r>
              <a:rPr lang="en-US" b="1" dirty="0"/>
              <a:t> </a:t>
            </a:r>
            <a:r>
              <a:rPr lang="en-US" b="1" dirty="0" err="1"/>
              <a:t>Produk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61072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6D94C-545E-4311-9D44-5F5D6A96C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712"/>
            <a:ext cx="12192000" cy="543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2708CA-D054-4C80-95DC-35A27D297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72558"/>
            <a:ext cx="12192001" cy="218078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B45E1E-EC80-4FCF-88EF-A33096B1E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11" y="2943871"/>
            <a:ext cx="11666575" cy="1310077"/>
          </a:xfrm>
        </p:spPr>
        <p:txBody>
          <a:bodyPr/>
          <a:lstStyle/>
          <a:p>
            <a:r>
              <a:rPr lang="en-US" dirty="0"/>
              <a:t>3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terlaris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 err="1"/>
              <a:t>Kaos</a:t>
            </a:r>
            <a:r>
              <a:rPr lang="en-US" b="1" dirty="0"/>
              <a:t> Polos </a:t>
            </a:r>
            <a:r>
              <a:rPr lang="en-US" b="1" dirty="0" err="1"/>
              <a:t>Hitam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6 item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disusul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‘</a:t>
            </a:r>
            <a:r>
              <a:rPr lang="en-US" b="1" dirty="0" err="1"/>
              <a:t>Topi</a:t>
            </a:r>
            <a:r>
              <a:rPr lang="en-US" b="1" dirty="0"/>
              <a:t> Baseball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5 item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terakhir</a:t>
            </a:r>
            <a:r>
              <a:rPr lang="en-US" dirty="0"/>
              <a:t>  ‘</a:t>
            </a:r>
            <a:r>
              <a:rPr lang="en-US" b="1" dirty="0" err="1"/>
              <a:t>Kemeja</a:t>
            </a:r>
            <a:r>
              <a:rPr lang="en-US" b="1" dirty="0"/>
              <a:t> </a:t>
            </a:r>
            <a:r>
              <a:rPr lang="en-US" b="1" dirty="0" err="1"/>
              <a:t>Flane</a:t>
            </a:r>
            <a:r>
              <a:rPr lang="en-US" dirty="0" err="1"/>
              <a:t>l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3 item </a:t>
            </a:r>
            <a:r>
              <a:rPr lang="en-US" dirty="0" err="1"/>
              <a:t>terjual</a:t>
            </a:r>
            <a:r>
              <a:rPr lang="en-US" dirty="0"/>
              <a:t>.</a:t>
            </a:r>
          </a:p>
          <a:p>
            <a:endParaRPr lang="en-ID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5FA231-94D8-4839-B9BA-F2BBA4FE2208}"/>
              </a:ext>
            </a:extLst>
          </p:cNvPr>
          <p:cNvSpPr txBox="1">
            <a:spLocks/>
          </p:cNvSpPr>
          <p:nvPr/>
        </p:nvSpPr>
        <p:spPr>
          <a:xfrm>
            <a:off x="262712" y="239159"/>
            <a:ext cx="11666575" cy="57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Top 3 </a:t>
            </a:r>
            <a:r>
              <a:rPr lang="en-US" b="1" dirty="0" err="1"/>
              <a:t>Produk</a:t>
            </a:r>
            <a:r>
              <a:rPr lang="en-US" b="1" dirty="0"/>
              <a:t> </a:t>
            </a:r>
            <a:r>
              <a:rPr lang="en-US" b="1" dirty="0" err="1"/>
              <a:t>Terlaris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58456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C589A3-40BE-4459-B4BF-BD01B758550E}"/>
              </a:ext>
            </a:extLst>
          </p:cNvPr>
          <p:cNvSpPr txBox="1">
            <a:spLocks/>
          </p:cNvSpPr>
          <p:nvPr/>
        </p:nvSpPr>
        <p:spPr>
          <a:xfrm>
            <a:off x="262712" y="239159"/>
            <a:ext cx="11666575" cy="576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/>
              <a:t>Summary</a:t>
            </a:r>
            <a:endParaRPr lang="en-ID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42AB-896D-4960-ADC9-C675C9E1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11" y="929540"/>
            <a:ext cx="11666575" cy="5789312"/>
          </a:xfrm>
        </p:spPr>
        <p:txBody>
          <a:bodyPr>
            <a:normAutofit/>
          </a:bodyPr>
          <a:lstStyle/>
          <a:p>
            <a:r>
              <a:rPr lang="en-US" dirty="0"/>
              <a:t>Ada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b="1" dirty="0"/>
              <a:t>15 </a:t>
            </a:r>
            <a:r>
              <a:rPr lang="en-US" b="1" dirty="0" err="1"/>
              <a:t>produk</a:t>
            </a:r>
            <a:r>
              <a:rPr lang="en-US" b="1" dirty="0"/>
              <a:t>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3 </a:t>
            </a:r>
            <a:r>
              <a:rPr lang="en-US" dirty="0" err="1"/>
              <a:t>diantaranya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b="1" dirty="0"/>
              <a:t>Sepatu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Total </a:t>
            </a:r>
            <a:r>
              <a:rPr lang="en-US" dirty="0" err="1"/>
              <a:t>pendapatan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b="1" dirty="0"/>
              <a:t>Rp 6.866.000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total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/>
              <a:t>Sepatu</a:t>
            </a:r>
            <a:r>
              <a:rPr lang="en-US" dirty="0"/>
              <a:t>’,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total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 err="1"/>
              <a:t>Aksesoris</a:t>
            </a:r>
            <a:r>
              <a:rPr lang="en-US" dirty="0"/>
              <a:t>’.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3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terlaris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‘</a:t>
            </a:r>
            <a:r>
              <a:rPr lang="en-US" b="1" dirty="0" err="1"/>
              <a:t>Kaos</a:t>
            </a:r>
            <a:r>
              <a:rPr lang="en-US" b="1" dirty="0"/>
              <a:t> Polos </a:t>
            </a:r>
            <a:r>
              <a:rPr lang="en-US" b="1" dirty="0" err="1"/>
              <a:t>Hitam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6 item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disusul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‘</a:t>
            </a:r>
            <a:r>
              <a:rPr lang="en-US" b="1" dirty="0" err="1"/>
              <a:t>Topi</a:t>
            </a:r>
            <a:r>
              <a:rPr lang="en-US" b="1" dirty="0"/>
              <a:t> Baseball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5 item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terakhir</a:t>
            </a:r>
            <a:r>
              <a:rPr lang="en-US" dirty="0"/>
              <a:t>  ‘</a:t>
            </a:r>
            <a:r>
              <a:rPr lang="en-US" b="1" dirty="0" err="1"/>
              <a:t>Kemeja</a:t>
            </a:r>
            <a:r>
              <a:rPr lang="en-US" b="1" dirty="0"/>
              <a:t> </a:t>
            </a:r>
            <a:r>
              <a:rPr lang="en-US" b="1" dirty="0" err="1"/>
              <a:t>Flane</a:t>
            </a:r>
            <a:r>
              <a:rPr lang="en-US" dirty="0" err="1"/>
              <a:t>l</a:t>
            </a:r>
            <a:r>
              <a:rPr lang="en-US" dirty="0"/>
              <a:t>’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3 item </a:t>
            </a:r>
            <a:r>
              <a:rPr lang="en-US" dirty="0" err="1"/>
              <a:t>terjual</a:t>
            </a:r>
            <a:r>
              <a:rPr lang="en-US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7933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83E4B6-DA59-4DBC-8686-01F4A90B51CA}"/>
              </a:ext>
            </a:extLst>
          </p:cNvPr>
          <p:cNvSpPr txBox="1">
            <a:spLocks/>
          </p:cNvSpPr>
          <p:nvPr/>
        </p:nvSpPr>
        <p:spPr>
          <a:xfrm>
            <a:off x="262712" y="239159"/>
            <a:ext cx="11666575" cy="576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/>
              <a:t>Recommendation</a:t>
            </a:r>
            <a:endParaRPr lang="en-ID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88E0-E77F-4E79-B78F-8F83DC06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11" y="929540"/>
            <a:ext cx="11666575" cy="3920756"/>
          </a:xfrm>
        </p:spPr>
        <p:txBody>
          <a:bodyPr>
            <a:normAutofit/>
          </a:bodyPr>
          <a:lstStyle/>
          <a:p>
            <a:r>
              <a:rPr lang="en-US" dirty="0"/>
              <a:t>Karena ‘</a:t>
            </a:r>
            <a:r>
              <a:rPr lang="en-US" b="1" dirty="0"/>
              <a:t>Sepatu’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unggulan</a:t>
            </a:r>
            <a:r>
              <a:rPr lang="en-US" dirty="0"/>
              <a:t> (</a:t>
            </a:r>
            <a:r>
              <a:rPr lang="en-US" dirty="0" err="1"/>
              <a:t>penjualan</a:t>
            </a:r>
            <a:r>
              <a:rPr lang="en-US" dirty="0"/>
              <a:t> paling </a:t>
            </a:r>
            <a:r>
              <a:rPr lang="en-US" dirty="0" err="1"/>
              <a:t>banyak</a:t>
            </a:r>
            <a:r>
              <a:rPr lang="en-US" dirty="0"/>
              <a:t>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alokasi</a:t>
            </a:r>
            <a:r>
              <a:rPr lang="en-US" dirty="0"/>
              <a:t> budget marketing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Bisa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promosi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bundling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terlaris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 ‘</a:t>
            </a:r>
            <a:r>
              <a:rPr lang="en-US" b="1" dirty="0" err="1"/>
              <a:t>Kaos</a:t>
            </a:r>
            <a:r>
              <a:rPr lang="en-US" b="1" dirty="0"/>
              <a:t> Polo </a:t>
            </a:r>
            <a:r>
              <a:rPr lang="en-US" b="1" dirty="0" err="1"/>
              <a:t>Hitam</a:t>
            </a:r>
            <a:r>
              <a:rPr lang="en-US" b="1" dirty="0"/>
              <a:t> + </a:t>
            </a:r>
            <a:r>
              <a:rPr lang="en-US" b="1" dirty="0" err="1"/>
              <a:t>Topi</a:t>
            </a:r>
            <a:r>
              <a:rPr lang="en-US" b="1" dirty="0"/>
              <a:t>’ </a:t>
            </a:r>
            <a:r>
              <a:rPr lang="en-US" dirty="0" err="1"/>
              <a:t>atau</a:t>
            </a:r>
            <a:r>
              <a:rPr lang="en-US" dirty="0"/>
              <a:t> ‘</a:t>
            </a:r>
            <a:r>
              <a:rPr lang="en-US" b="1" dirty="0" err="1"/>
              <a:t>Kemeja</a:t>
            </a:r>
            <a:r>
              <a:rPr lang="en-US" b="1" dirty="0"/>
              <a:t> </a:t>
            </a:r>
            <a:r>
              <a:rPr lang="en-US" b="1" dirty="0" err="1"/>
              <a:t>Flanel</a:t>
            </a:r>
            <a:r>
              <a:rPr lang="en-US" b="1" dirty="0"/>
              <a:t> + </a:t>
            </a:r>
            <a:r>
              <a:rPr lang="en-US" b="1" dirty="0" err="1"/>
              <a:t>Topi</a:t>
            </a:r>
            <a:r>
              <a:rPr lang="en-US" b="1" dirty="0"/>
              <a:t>’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aksesoris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pilihannya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4115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242</Words>
  <Application>Microsoft Office PowerPoint</Application>
  <PresentationFormat>Widescreen</PresentationFormat>
  <Paragraphs>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Ainur Rifqi Nadzori</dc:creator>
  <cp:lastModifiedBy>Ainur Rifqi Nadzori</cp:lastModifiedBy>
  <cp:revision>20</cp:revision>
  <dcterms:created xsi:type="dcterms:W3CDTF">2026-03-27T09:03:10Z</dcterms:created>
  <dcterms:modified xsi:type="dcterms:W3CDTF">2026-03-28T04:33:35Z</dcterms:modified>
</cp:coreProperties>
</file>